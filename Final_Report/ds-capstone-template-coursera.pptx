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70"/>
    <p:restoredTop sz="85170"/>
  </p:normalViewPr>
  <p:slideViewPr>
    <p:cSldViewPr snapToGrid="0" snapToObjects="1">
      <p:cViewPr varScale="1">
        <p:scale>
          <a:sx n="108" d="100"/>
          <a:sy n="108" d="100"/>
        </p:scale>
        <p:origin x="160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Brett Perlas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3-30-2026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methodologies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all results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2521403"/>
            <a:ext cx="5660840" cy="189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Project background and context</a:t>
            </a:r>
          </a:p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Problems you want to find answers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Collected historical Falcon 9 launch data via both REST API calls to the official SpaceX API and web scraping applicable tables from Wikipedia using </a:t>
            </a:r>
            <a:r>
              <a:rPr lang="en-US" sz="7600" dirty="0" err="1">
                <a:solidFill>
                  <a:schemeClr val="bg2">
                    <a:lumMod val="50000"/>
                  </a:schemeClr>
                </a:solidFill>
                <a:latin typeface="Abadi"/>
              </a:rPr>
              <a:t>BeautifulSoup</a:t>
            </a: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Cleaned the dataset by handling missing values, calculating the payload mass mean, and converting categorical variables (like Orbits, Launch Sites, and landing outcomes) into numerical/binary features using One-Hot Encoding.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 Dash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How to build, tune, evaluate classification models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endParaRPr lang="en-US" sz="88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 sets were collected by utilizing both REST API calls and web scraping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First, we used Python to obtain a Pandas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dataframe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populated by the output of API calls to the official SpaceX Rest API to the appropriate and relevant end points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Additionally, we used Python module Beautiful Soup to web scrape relevant data from Wikipedia’s page containing historical SpaceX launch data and incorporated it into our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dataframe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SpaceX API calls </a:t>
            </a:r>
            <a:r>
              <a:rPr lang="en-US" sz="2200" dirty="0">
                <a:solidFill>
                  <a:srgbClr val="1C7DDB"/>
                </a:solidFill>
                <a:latin typeface="Abadi"/>
              </a:rPr>
              <a:t>here</a:t>
            </a:r>
            <a:endParaRPr lang="en-US"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data collection with SpaceX REST calls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SpaceX API calls notebook </a:t>
            </a: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(must include completed code cell and outcome cell),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as an external reference and peer-review purpose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web scraping notebook, as an external reference and peer-review purpose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web scraping here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8975652" cy="4351338"/>
          </a:xfrm>
          <a:prstGeom prst="rect">
            <a:avLst/>
          </a:prstGeom>
        </p:spPr>
        <p:txBody>
          <a:bodyPr/>
          <a:lstStyle/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Cleaned the dataset by handling missing values, calculating the payload mass mean, and converting categorical variables (like Orbits, Launch Sites, and landing outcomes) into numerical/binary features using One-Hot Encoding.</a:t>
            </a:r>
          </a:p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Removed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NaNs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-&gt; Replace missing numeric values with appropriate mean values -&gt; Create categorical variables as needed</a:t>
            </a:r>
          </a:p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data wrangling related notebooks, as an external reference and peer-review purpose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Utilized SQL queries and Pandas to explore the data.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Created visual scatterplots and bar charts using Matplotlib and Seaborn to identify relationships between payload mass, flight number, orbit type, and landing success. 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data visualization notebook, as an external reference and peer-review purpose</a:t>
            </a: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Using bullet point format, summarize the SQL queries you performed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SQL notebook,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map objects such as markers, circles, lines, etc. you created and added to a folium map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objects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interactive map with Folium map, as an external reference and peer-review purpose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plots/graphs and interactions you have added to a dashboard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plots and interactions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Plotly Dash lab, as an external reference and peer-review purpose</a:t>
            </a: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Standardized the data and split it into training (80%) and testing (20%) sets.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Built four machine learning classification models: Logistic Regression, Support Vector Machine (SVM), Decision Tree, and K-Nearest Neighbors (KNN).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Used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GridSearchCV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with 10-fold cross-validation to tune hyperparameters and find the optimal version of each model 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predictive analysis lab, as an external reference and peer-review purpose</a:t>
            </a: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bar chart for the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in drone ship, their booster versions, and launch site names for in year 2015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map and make a proper screenshot to show the color-labeled launch outcomes on the map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3540733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Decision Tree initially shows promise due to highest training accuracy when all other test accuracies were the same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0906C9C2-DEA6-68EA-D367-1D58CD14C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743" y="1543464"/>
            <a:ext cx="7655789" cy="477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4965771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All models performed equally well in terms of accuracy score at 83.33%</a:t>
            </a:r>
          </a:p>
          <a:p>
            <a:pPr lvl="1">
              <a:lnSpc>
                <a:spcPct val="100000"/>
              </a:lnSpc>
              <a:spcBef>
                <a:spcPts val="140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Via the score(</a:t>
            </a:r>
            <a:r>
              <a:rPr lang="en-US" sz="18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X_test</a:t>
            </a: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, </a:t>
            </a:r>
            <a:r>
              <a:rPr lang="en-US" sz="18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Y_test</a:t>
            </a: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) method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Decision Tree performed best in training at 86.43% accuracy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Logistic Regression, KNN, and SVM have the “best” confusion matrices (pictured on right)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084FE1F-8035-31DE-78B1-2A1F15349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33005"/>
            <a:ext cx="5811838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2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3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4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1580</Words>
  <Application>Microsoft Macintosh PowerPoint</Application>
  <PresentationFormat>Widescreen</PresentationFormat>
  <Paragraphs>239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Abadi</vt:lpstr>
      <vt:lpstr>Arial</vt:lpstr>
      <vt:lpstr>Calibri</vt:lpstr>
      <vt:lpstr>IBM Plex Mono SemiBold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Brett Perlas</cp:lastModifiedBy>
  <cp:revision>202</cp:revision>
  <dcterms:created xsi:type="dcterms:W3CDTF">2021-04-29T18:58:34Z</dcterms:created>
  <dcterms:modified xsi:type="dcterms:W3CDTF">2026-03-31T00:29:56Z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